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59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94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228600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303520" y="1828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583680" y="4572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778240" y="6400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852160" y="12801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1463040"/>
            <a:ext cx="64008" cy="164592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ARİON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77724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Kurtarma Görevi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· C# · 2D Platformer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097280"/>
            <a:ext cx="219456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583680" y="1371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🏴‍☠️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Korsan &amp; Bomba Uzmanı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 Rafi'yi kurtarmak için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engelleri aşacak!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Hikaye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3129" y="1433438"/>
            <a:ext cx="2387209" cy="224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Oyunumuzun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amacı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ana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karakterimiz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Arion’un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düşman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korsanlar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tarafından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kaçırılan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arkadaşı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Rafi’yi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kurtarmak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limanda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engelleri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aşarak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malzemeleri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toplaması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düşman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gemisine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sızarak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ikilinin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özgürlüğüne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kavuşmasıdır.Oyuncu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platformlar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arasında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ilerleyip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tuzaklardan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kaçarken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bombaları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stratejik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şekilde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kullanarak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hem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çevreyi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hem de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düşmanları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altına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alır</a:t>
            </a:r>
            <a:r>
              <a:rPr lang="en-US" sz="1200" b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3291840" y="914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914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EBD15FE2-6B88-4DAD-D526-43CA5664D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968144"/>
            <a:ext cx="5638800" cy="3119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Canlı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Başlangıç: Oyunun başlatılması ve sahne yüklemesi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" y="1298448"/>
            <a:ext cx="0" cy="256032"/>
          </a:xfrm>
          <a:prstGeom prst="line">
            <a:avLst/>
          </a:prstGeom>
          <a:noFill/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2704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Hareket: </a:t>
            </a:r>
            <a:r>
              <a:rPr lang="tr-T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Arion’un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akıcı  sağ /sol hareket ve zıplama mekaniği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" y="1956816"/>
            <a:ext cx="0" cy="256032"/>
          </a:xfrm>
          <a:prstGeom prst="line">
            <a:avLst/>
          </a:prstGeom>
          <a:noFill/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743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18541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Etkileşim: Anahtar ve haritaların toplanması envanter güncellemesi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" y="2615184"/>
            <a:ext cx="0" cy="256032"/>
          </a:xfrm>
          <a:prstGeom prst="line">
            <a:avLst/>
          </a:prstGeom>
          <a:noFill/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7432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843784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 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Bomba: E tuşu ile bomba bırakma ve çevresel etkileşim 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" y="3273552"/>
            <a:ext cx="0" cy="256032"/>
          </a:xfrm>
          <a:prstGeom prst="line">
            <a:avLst/>
          </a:prstGeom>
          <a:noFill/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743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50215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👾 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Düşman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Korsan devriyesi ve temas anında hasar alma sistemi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" y="3931920"/>
            <a:ext cx="0" cy="256032"/>
          </a:xfrm>
          <a:prstGeom prst="line">
            <a:avLst/>
          </a:prstGeom>
          <a:noFill/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384048" cy="38404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7432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</a:t>
            </a:r>
            <a:r>
              <a:rPr lang="tr-T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10 eşya sonrası ‘kapı açıldı’ konsol onayı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— Limanın Gölgesinde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Hedef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6 Anahtar topla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4 Harita parçası topla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ÇIKIŞ kapısından çık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749040" cy="3657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eşyaları topla → kapı açılır!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4632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Kontroller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→  /  A 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4447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/ W /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0391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Zıpla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6334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2278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Teknik Yapı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🏃  PlayerMovement2D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Hareket, zıplama, hasar alma,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ölme, can sistemi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👾  EnemyBigGuyAI2D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 açısı, devriye,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takip, saldırı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💣  BombDropper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atma,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şarj sistemi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🗝️  Collectible</a:t>
            </a:r>
            <a:r>
              <a:rPr lang="tr-TR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(malzemeler)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Eşya toplama,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sayaç güncelleme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GameManager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 sayacı,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açma kontrolü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474720"/>
            <a:ext cx="41148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54864" cy="11430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🚪  </a:t>
            </a:r>
            <a:r>
              <a:rPr lang="en-US" sz="13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ExitDoor</a:t>
            </a:r>
            <a:r>
              <a:rPr lang="tr-TR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tr-TR" sz="13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KapiCikis</a:t>
            </a:r>
            <a:r>
              <a:rPr lang="tr-TR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kilidi,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tamamlama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Bundan Sonra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Kapı açılma animasyonu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09160" y="1005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0916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Giriş </a:t>
            </a: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74320" y="27432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🚢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" y="3429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— Düşman Gemisi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3429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 efektleri &amp; müzik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Arion'un macerası daha yeni başlıyor! 🏴‍☠️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285</Words>
  <Application>Microsoft Office PowerPoint</Application>
  <PresentationFormat>Ekran Gösterisi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Impact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dua alkaraan</cp:lastModifiedBy>
  <cp:revision>2</cp:revision>
  <dcterms:created xsi:type="dcterms:W3CDTF">2026-04-06T04:36:50Z</dcterms:created>
  <dcterms:modified xsi:type="dcterms:W3CDTF">2026-04-06T07:46:04Z</dcterms:modified>
</cp:coreProperties>
</file>